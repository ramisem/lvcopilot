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38BDF8"/>
                </a:solidFill>
              </a:defRPr>
            </a:pPr>
            <a:r>
              <a:rPr dirty="0" err="1"/>
              <a:t>LVCopilot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94A3B8"/>
                </a:solidFill>
              </a:defRPr>
            </a:pPr>
            <a:r>
              <a:rPr dirty="0"/>
              <a:t>Autonomous </a:t>
            </a:r>
            <a:r>
              <a:rPr dirty="0" err="1"/>
              <a:t>LabVantage</a:t>
            </a:r>
            <a:r>
              <a:rPr dirty="0"/>
              <a:t> Senior Developer Agent  —  Feature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70156" y="114300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20440" cy="2423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2704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🤖  AI-Powered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Powered by LiteLLM — supports Gemini, GPT, Claude, Ollama &amp; more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Multi-phase workflow: Requirement → Investigation → Plan → Code → Save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3 operational modes: New, Modify, Debug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Tool-calling system with 6 built-in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17320"/>
            <a:ext cx="3520440" cy="2423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52704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📚 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605 KB of LabVantage API reference (Java, JS, AJAX, SDC, SDMS)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87 KB of curated best-practice skill rules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Chunked keyword-indexed retrieval with lazy loading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Architecture guide for component 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520440" cy="2423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52704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🔍  Code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Smart file search across project directories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Java method extraction with brace-depth tracking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Structural summaries — reduces context by 70-90%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Auto-investigation loop (up to 5 rounds)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520440" cy="2423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13308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✅  Validation &amp;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SQL injection detection (enforces SafeSQL)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AJAX try/catch/finally enforcement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SDC Rule requires-flag checking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Import completeness &amp; null-safety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023360"/>
            <a:ext cx="3520440" cy="2423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413308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🗄️  Database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52628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Read-only Oracle &amp; SQL Server connectivity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SQL validation whitelist (SELECT only — blocks DML/DDL)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Auto schema injection from error logs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Query pre-execution validation before presenting results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023360"/>
            <a:ext cx="3520440" cy="2423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413308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38BDF8"/>
                </a:solidFill>
              </a:defRPr>
            </a:pPr>
            <a:r>
              <a:t>🧠  Preference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52628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Learns architect's coding style from natural feedback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50+ detection patterns for design &amp; code preferences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Smart deduplication &amp; LLM-based consolidation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▸ Per-project persistent preferences across 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</a:defRPr>
            </a:pPr>
            <a:r>
              <a:t>LVCopilot v0.1.0  •  Python 3.7+  •  CLI-based  •  Global install via pip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600" b="1">
                <a:solidFill>
                  <a:srgbClr val="38BDF8"/>
                </a:solidFill>
              </a:defRPr>
            </a:pPr>
            <a:r>
              <a:rPr dirty="0" err="1"/>
              <a:t>LVCopilot</a:t>
            </a:r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94A3B8"/>
                </a:solidFill>
              </a:defRPr>
            </a:pPr>
            <a:r>
              <a:rPr dirty="0"/>
              <a:t>Strengths &amp; Weaknesses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5462" y="114300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4ADE80"/>
                </a:solidFill>
              </a:defRPr>
            </a:pPr>
            <a:r>
              <a:t>✅ 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✦ Domain-Specific Architecture — Purpose-built for LabVantage LIMS; every component targets LV workflows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✦ Structured Multi-Phase Workflow — Enforces Requirements → Investigation → Planning → Code → Delivery discipline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✦ Anti-Hallucination Safeguards — Detects wrong API usage, forces re-fetch from knowledge base, pre-validates SQL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✦ Intelligent Context Management — Summarizes stale turns, prunes tool results, preserves source code contexts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✦ Adaptive Preference Learning — Learns architect's style from feedback; persists across sessions with smart consolidation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✦ Model-Agnostic Design — Supports Gemini, GPT, Claude, Ollama (local), NVIDIA &amp; OpenCode via LiteLLM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✦ Comprehensive Debug Pipeline — Parses stack traces → resolves files → extracts context → auto-injects schemas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✦ Safe File Merging — LLM-powered merge with 7 safety rules, timestamped backups, and color-coded diffs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✦ Rich Developer Experience — Beautiful terminal UI, @path autocomplete, token tracking, session management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t>✦ Code Validation Layer — Catches SQL injection, null-safety, error handling &amp; import issues before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9496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BBF24"/>
                </a:solidFill>
              </a:defRPr>
            </a:pPr>
            <a:r>
              <a:t>⚠️ 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rPr dirty="0"/>
              <a:t>▹ Monolithic </a:t>
            </a:r>
            <a:r>
              <a:rPr dirty="0" err="1"/>
              <a:t>main.py</a:t>
            </a:r>
            <a:r>
              <a:rPr dirty="0"/>
              <a:t> — 1,562-line file handling CLI, config, investigation &amp; file saving; needs refactoring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rPr dirty="0"/>
              <a:t>▹ No Streaming Support — Blocking LLM calls mean no incremental output; poor UX for long code generation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rPr dirty="0"/>
              <a:t>▹ Limited Test Coverage — Core modules (agent, conversation, preferences) lack comprehensive unit tests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rPr dirty="0"/>
              <a:t>▹ Regex-Based Validation — Code validator uses regex instead of AST parsing; prone to false positives/negatives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rPr dirty="0"/>
              <a:t>▹ Keyword-Only Search — Knowledge index uses set-intersection matching, not semantic/embedding-based retrieval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rPr dirty="0"/>
              <a:t>▹ No Session Persistence — Conversations can't be saved and resumed; /clear destroys all history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rPr dirty="0"/>
              <a:t>▹ Plaintext Credentials — API keys and DB passwords stored in .</a:t>
            </a:r>
            <a:r>
              <a:rPr dirty="0" err="1"/>
              <a:t>lvcopilotenv</a:t>
            </a:r>
            <a:r>
              <a:rPr dirty="0"/>
              <a:t> without encryption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rPr dirty="0"/>
              <a:t>▹ No Rate Limiting / Cost Controls — Token tracking is display-only; no budget limits or context-size warnings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rPr dirty="0"/>
              <a:t>▹ CLI-Only Interface — No web UI, REST API, or IDE plugin available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900">
                <a:solidFill>
                  <a:srgbClr val="CBD5E1"/>
                </a:solidFill>
              </a:defRPr>
            </a:pPr>
            <a:r>
              <a:rPr dirty="0"/>
              <a:t>▹ Static Knowledge Base — Markdown docs are bundled; no mechanism for users to add custom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94A3B8"/>
                </a:solidFill>
              </a:defRPr>
            </a:pPr>
            <a:r>
              <a:t>Analysis based on LVCopilot v0.1.0 codebase  •  ~5,500+ lines of Python  •  ~700 KB knowledge 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623</Words>
  <Application>Microsoft Macintosh PowerPoint</Application>
  <PresentationFormat>Widescreen</PresentationFormat>
  <Paragraphs>58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Ramise Mondal</cp:lastModifiedBy>
  <cp:revision>3</cp:revision>
  <dcterms:created xsi:type="dcterms:W3CDTF">2013-01-27T09:14:16Z</dcterms:created>
  <dcterms:modified xsi:type="dcterms:W3CDTF">2026-06-01T12:05:05Z</dcterms:modified>
  <cp:category/>
</cp:coreProperties>
</file>